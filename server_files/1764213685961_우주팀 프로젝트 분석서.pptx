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5"/>
  </p:notesMasterIdLst>
  <p:sldIdLst>
    <p:sldId id="263" r:id="rId2"/>
    <p:sldId id="262" r:id="rId3"/>
    <p:sldId id="26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F1601F-F3E2-4B50-8798-594772AAC51A}" v="2" dt="2025-11-24T14:40:10.2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>
        <p:scale>
          <a:sx n="93" d="100"/>
          <a:sy n="93" d="100"/>
        </p:scale>
        <p:origin x="34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래흥 정" userId="57fca1a522dec35e" providerId="LiveId" clId="{46B2D3BC-831C-4BA3-8BDE-E4FDCB14A292}"/>
    <pc:docChg chg="undo custSel modSld modMainMaster">
      <pc:chgData name="래흥 정" userId="57fca1a522dec35e" providerId="LiveId" clId="{46B2D3BC-831C-4BA3-8BDE-E4FDCB14A292}" dt="2025-11-24T14:40:10.285" v="14"/>
      <pc:docMkLst>
        <pc:docMk/>
      </pc:docMkLst>
      <pc:sldChg chg="modSp">
        <pc:chgData name="래흥 정" userId="57fca1a522dec35e" providerId="LiveId" clId="{46B2D3BC-831C-4BA3-8BDE-E4FDCB14A292}" dt="2025-11-24T14:40:10.285" v="14"/>
        <pc:sldMkLst>
          <pc:docMk/>
          <pc:sldMk cId="3856751698" sldId="259"/>
        </pc:sldMkLst>
        <pc:spChg chg="mod">
          <ac:chgData name="래흥 정" userId="57fca1a522dec35e" providerId="LiveId" clId="{46B2D3BC-831C-4BA3-8BDE-E4FDCB14A292}" dt="2025-11-24T14:40:10.285" v="14"/>
          <ac:spMkLst>
            <pc:docMk/>
            <pc:sldMk cId="3856751698" sldId="259"/>
            <ac:spMk id="4" creationId="{00000000-0000-0000-0000-000000000000}"/>
          </ac:spMkLst>
        </pc:spChg>
        <pc:spChg chg="mod">
          <ac:chgData name="래흥 정" userId="57fca1a522dec35e" providerId="LiveId" clId="{46B2D3BC-831C-4BA3-8BDE-E4FDCB14A292}" dt="2025-11-24T14:40:10.285" v="14"/>
          <ac:spMkLst>
            <pc:docMk/>
            <pc:sldMk cId="3856751698" sldId="259"/>
            <ac:spMk id="5" creationId="{00000000-0000-0000-0000-000000000000}"/>
          </ac:spMkLst>
        </pc:spChg>
      </pc:sldChg>
      <pc:sldChg chg="modSp mod">
        <pc:chgData name="래흥 정" userId="57fca1a522dec35e" providerId="LiveId" clId="{46B2D3BC-831C-4BA3-8BDE-E4FDCB14A292}" dt="2025-11-24T14:40:10.285" v="14"/>
        <pc:sldMkLst>
          <pc:docMk/>
          <pc:sldMk cId="3748582790" sldId="260"/>
        </pc:sldMkLst>
        <pc:spChg chg="mod">
          <ac:chgData name="래흥 정" userId="57fca1a522dec35e" providerId="LiveId" clId="{46B2D3BC-831C-4BA3-8BDE-E4FDCB14A292}" dt="2025-11-24T14:40:10.285" v="14"/>
          <ac:spMkLst>
            <pc:docMk/>
            <pc:sldMk cId="3748582790" sldId="260"/>
            <ac:spMk id="3" creationId="{FB2D8309-5EED-55D5-84AC-79BDF058713D}"/>
          </ac:spMkLst>
        </pc:spChg>
        <pc:spChg chg="mod">
          <ac:chgData name="래흥 정" userId="57fca1a522dec35e" providerId="LiveId" clId="{46B2D3BC-831C-4BA3-8BDE-E4FDCB14A292}" dt="2025-11-24T14:27:07.530" v="1" actId="113"/>
          <ac:spMkLst>
            <pc:docMk/>
            <pc:sldMk cId="3748582790" sldId="260"/>
            <ac:spMk id="12" creationId="{43DA3E3B-30BA-143B-DE18-F31C824EFD80}"/>
          </ac:spMkLst>
        </pc:spChg>
        <pc:spChg chg="mod">
          <ac:chgData name="래흥 정" userId="57fca1a522dec35e" providerId="LiveId" clId="{46B2D3BC-831C-4BA3-8BDE-E4FDCB14A292}" dt="2025-11-24T14:40:10.285" v="14"/>
          <ac:spMkLst>
            <pc:docMk/>
            <pc:sldMk cId="3748582790" sldId="260"/>
            <ac:spMk id="13" creationId="{BED00D88-56C0-EB76-B02D-17460037D101}"/>
          </ac:spMkLst>
        </pc:spChg>
        <pc:spChg chg="mod">
          <ac:chgData name="래흥 정" userId="57fca1a522dec35e" providerId="LiveId" clId="{46B2D3BC-831C-4BA3-8BDE-E4FDCB14A292}" dt="2025-11-24T14:40:10.285" v="14"/>
          <ac:spMkLst>
            <pc:docMk/>
            <pc:sldMk cId="3748582790" sldId="260"/>
            <ac:spMk id="14" creationId="{6FCA4265-4DF5-08AD-7C55-031B441E6C6F}"/>
          </ac:spMkLst>
        </pc:spChg>
      </pc:sldChg>
      <pc:sldChg chg="modSp mod">
        <pc:chgData name="래흥 정" userId="57fca1a522dec35e" providerId="LiveId" clId="{46B2D3BC-831C-4BA3-8BDE-E4FDCB14A292}" dt="2025-11-24T14:40:10.285" v="14"/>
        <pc:sldMkLst>
          <pc:docMk/>
          <pc:sldMk cId="1583270495" sldId="261"/>
        </pc:sldMkLst>
        <pc:spChg chg="mod">
          <ac:chgData name="래흥 정" userId="57fca1a522dec35e" providerId="LiveId" clId="{46B2D3BC-831C-4BA3-8BDE-E4FDCB14A292}" dt="2025-11-24T14:27:02.947" v="0" actId="113"/>
          <ac:spMkLst>
            <pc:docMk/>
            <pc:sldMk cId="1583270495" sldId="261"/>
            <ac:spMk id="2" creationId="{E30F935F-096B-E9AD-C6D6-3D3103B582D7}"/>
          </ac:spMkLst>
        </pc:spChg>
        <pc:spChg chg="mod">
          <ac:chgData name="래흥 정" userId="57fca1a522dec35e" providerId="LiveId" clId="{46B2D3BC-831C-4BA3-8BDE-E4FDCB14A292}" dt="2025-11-24T14:40:10.285" v="14"/>
          <ac:spMkLst>
            <pc:docMk/>
            <pc:sldMk cId="1583270495" sldId="261"/>
            <ac:spMk id="6" creationId="{5535DE18-B510-D850-0983-860E35F4AE21}"/>
          </ac:spMkLst>
        </pc:spChg>
        <pc:spChg chg="mod">
          <ac:chgData name="래흥 정" userId="57fca1a522dec35e" providerId="LiveId" clId="{46B2D3BC-831C-4BA3-8BDE-E4FDCB14A292}" dt="2025-11-24T14:35:12.660" v="9" actId="20577"/>
          <ac:spMkLst>
            <pc:docMk/>
            <pc:sldMk cId="1583270495" sldId="261"/>
            <ac:spMk id="12" creationId="{7FE9528F-2994-9D12-F713-A09320E0DF81}"/>
          </ac:spMkLst>
        </pc:spChg>
      </pc:sldChg>
      <pc:sldMasterChg chg="modSldLayout">
        <pc:chgData name="래흥 정" userId="57fca1a522dec35e" providerId="LiveId" clId="{46B2D3BC-831C-4BA3-8BDE-E4FDCB14A292}" dt="2025-11-24T14:39:51.512" v="10"/>
        <pc:sldMasterMkLst>
          <pc:docMk/>
          <pc:sldMasterMk cId="479021808" sldId="2147483694"/>
        </pc:sldMasterMkLst>
        <pc:sldLayoutChg chg="addSp">
          <pc:chgData name="래흥 정" userId="57fca1a522dec35e" providerId="LiveId" clId="{46B2D3BC-831C-4BA3-8BDE-E4FDCB14A292}" dt="2025-11-24T14:39:51.512" v="10"/>
          <pc:sldLayoutMkLst>
            <pc:docMk/>
            <pc:sldMasterMk cId="479021808" sldId="2147483694"/>
            <pc:sldLayoutMk cId="4146111531" sldId="2147483695"/>
          </pc:sldLayoutMkLst>
          <pc:spChg chg="add">
            <ac:chgData name="래흥 정" userId="57fca1a522dec35e" providerId="LiveId" clId="{46B2D3BC-831C-4BA3-8BDE-E4FDCB14A292}" dt="2025-11-24T14:39:51.512" v="10"/>
            <ac:spMkLst>
              <pc:docMk/>
              <pc:sldMasterMk cId="479021808" sldId="2147483694"/>
              <pc:sldLayoutMk cId="4146111531" sldId="2147483695"/>
              <ac:spMk id="7" creationId="{C13293C0-FABE-BB13-48F7-098FF9F0EF6B}"/>
            </ac:spMkLst>
          </pc:spChg>
          <pc:spChg chg="add">
            <ac:chgData name="래흥 정" userId="57fca1a522dec35e" providerId="LiveId" clId="{46B2D3BC-831C-4BA3-8BDE-E4FDCB14A292}" dt="2025-11-24T14:39:51.512" v="10"/>
            <ac:spMkLst>
              <pc:docMk/>
              <pc:sldMasterMk cId="479021808" sldId="2147483694"/>
              <pc:sldLayoutMk cId="4146111531" sldId="2147483695"/>
              <ac:spMk id="8" creationId="{3B95B712-20BB-5805-4556-27109B055F49}"/>
            </ac:spMkLst>
          </pc:spChg>
          <pc:spChg chg="add">
            <ac:chgData name="래흥 정" userId="57fca1a522dec35e" providerId="LiveId" clId="{46B2D3BC-831C-4BA3-8BDE-E4FDCB14A292}" dt="2025-11-24T14:39:51.512" v="10"/>
            <ac:spMkLst>
              <pc:docMk/>
              <pc:sldMasterMk cId="479021808" sldId="2147483694"/>
              <pc:sldLayoutMk cId="4146111531" sldId="2147483695"/>
              <ac:spMk id="9" creationId="{4D2E8BB4-832B-8A89-E329-D07B4E4F0D03}"/>
            </ac:spMkLst>
          </pc:spChg>
          <pc:spChg chg="add">
            <ac:chgData name="래흥 정" userId="57fca1a522dec35e" providerId="LiveId" clId="{46B2D3BC-831C-4BA3-8BDE-E4FDCB14A292}" dt="2025-11-24T14:39:51.512" v="10"/>
            <ac:spMkLst>
              <pc:docMk/>
              <pc:sldMasterMk cId="479021808" sldId="2147483694"/>
              <pc:sldLayoutMk cId="4146111531" sldId="2147483695"/>
              <ac:spMk id="10" creationId="{A77B0E86-CB1F-8545-FB4B-8288005ECACE}"/>
            </ac:spMkLst>
          </pc:spChg>
          <pc:spChg chg="add">
            <ac:chgData name="래흥 정" userId="57fca1a522dec35e" providerId="LiveId" clId="{46B2D3BC-831C-4BA3-8BDE-E4FDCB14A292}" dt="2025-11-24T14:39:51.512" v="10"/>
            <ac:spMkLst>
              <pc:docMk/>
              <pc:sldMasterMk cId="479021808" sldId="2147483694"/>
              <pc:sldLayoutMk cId="4146111531" sldId="2147483695"/>
              <ac:spMk id="11" creationId="{5BDA947A-F3BA-F98D-9919-894038459CAD}"/>
            </ac:spMkLst>
          </pc:spChg>
          <pc:spChg chg="add">
            <ac:chgData name="래흥 정" userId="57fca1a522dec35e" providerId="LiveId" clId="{46B2D3BC-831C-4BA3-8BDE-E4FDCB14A292}" dt="2025-11-24T14:39:51.512" v="10"/>
            <ac:spMkLst>
              <pc:docMk/>
              <pc:sldMasterMk cId="479021808" sldId="2147483694"/>
              <pc:sldLayoutMk cId="4146111531" sldId="2147483695"/>
              <ac:spMk id="12" creationId="{C0FB1400-14BE-8654-9817-DB5638D645E4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8E605-8A87-4622-86CF-D6E36C54C10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A92F5-2DE0-47D0-A06D-AB73805986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66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152B8-5C35-4687-BBAB-EFDC64C084EC}" type="datetime1">
              <a:rPr lang="ko-KR" altLang="en-US" smtClean="0"/>
              <a:t>2025-11-25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B58BB2B7-FE05-E54F-3AF8-83E415A95873}"/>
              </a:ext>
            </a:extLst>
          </p:cNvPr>
          <p:cNvSpPr txBox="1">
            <a:spLocks/>
          </p:cNvSpPr>
          <p:nvPr userDrawn="1"/>
        </p:nvSpPr>
        <p:spPr>
          <a:xfrm>
            <a:off x="914400" y="113"/>
            <a:ext cx="2122170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61B02749-0BA0-2191-7622-5A7136D09801}"/>
              </a:ext>
            </a:extLst>
          </p:cNvPr>
          <p:cNvSpPr txBox="1">
            <a:spLocks/>
          </p:cNvSpPr>
          <p:nvPr userDrawn="1"/>
        </p:nvSpPr>
        <p:spPr>
          <a:xfrm>
            <a:off x="3036570" y="0"/>
            <a:ext cx="839337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화면</a:t>
            </a:r>
            <a:r>
              <a:rPr lang="en-US" altLang="ko-KR"/>
              <a:t>ID</a:t>
            </a:r>
            <a:endParaRPr lang="ko-KR" altLang="en-US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6CBD39DE-8306-9569-07ED-5A27D90BE867}"/>
              </a:ext>
            </a:extLst>
          </p:cNvPr>
          <p:cNvSpPr txBox="1">
            <a:spLocks/>
          </p:cNvSpPr>
          <p:nvPr userDrawn="1"/>
        </p:nvSpPr>
        <p:spPr>
          <a:xfrm>
            <a:off x="3874770" y="-1"/>
            <a:ext cx="3749040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0" name="바닥글 개체 틀 4">
            <a:extLst>
              <a:ext uri="{FF2B5EF4-FFF2-40B4-BE49-F238E27FC236}">
                <a16:creationId xmlns:a16="http://schemas.microsoft.com/office/drawing/2014/main" id="{5BC3C4BF-77AD-CA1D-9569-8D1FF5BDBCDD}"/>
              </a:ext>
            </a:extLst>
          </p:cNvPr>
          <p:cNvSpPr txBox="1">
            <a:spLocks/>
          </p:cNvSpPr>
          <p:nvPr userDrawn="1"/>
        </p:nvSpPr>
        <p:spPr>
          <a:xfrm>
            <a:off x="7623810" y="0"/>
            <a:ext cx="1101090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담당자</a:t>
            </a:r>
          </a:p>
        </p:txBody>
      </p:sp>
      <p:sp>
        <p:nvSpPr>
          <p:cNvPr id="11" name="바닥글 개체 틀 4">
            <a:extLst>
              <a:ext uri="{FF2B5EF4-FFF2-40B4-BE49-F238E27FC236}">
                <a16:creationId xmlns:a16="http://schemas.microsoft.com/office/drawing/2014/main" id="{0984D789-D823-61D3-2726-DAB93DBDA2A8}"/>
              </a:ext>
            </a:extLst>
          </p:cNvPr>
          <p:cNvSpPr txBox="1">
            <a:spLocks/>
          </p:cNvSpPr>
          <p:nvPr userDrawn="1"/>
        </p:nvSpPr>
        <p:spPr>
          <a:xfrm>
            <a:off x="8724900" y="-2"/>
            <a:ext cx="1524000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69FB7089-40A7-751D-7238-86AFE8D73092}"/>
              </a:ext>
            </a:extLst>
          </p:cNvPr>
          <p:cNvSpPr txBox="1">
            <a:spLocks/>
          </p:cNvSpPr>
          <p:nvPr userDrawn="1"/>
        </p:nvSpPr>
        <p:spPr>
          <a:xfrm>
            <a:off x="0" y="-4"/>
            <a:ext cx="914400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시스템</a:t>
            </a:r>
          </a:p>
        </p:txBody>
      </p:sp>
    </p:spTree>
    <p:extLst>
      <p:ext uri="{BB962C8B-B14F-4D97-AF65-F5344CB8AC3E}">
        <p14:creationId xmlns:p14="http://schemas.microsoft.com/office/powerpoint/2010/main" val="301665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7B794-30E6-4E28-81D3-7F6CFD459BAC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1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5FD93-241F-4639-B522-9E71B3C44A2E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66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9711-A17F-45E5-8FF0-687C70AD1DB0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06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E24E-3B3F-418D-8EAB-5A1CB8294E65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37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D243-A620-4EFD-B17B-8BD5C2D536F5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29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D4527-913B-4811-80BF-E8D71402B870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16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D41D-D24C-46C7-A69B-1C9601EADB8B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13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2DD9-5326-4DDB-8866-0C33269C2BD0}" type="datetime1">
              <a:rPr lang="ko-KR" altLang="en-US" smtClean="0"/>
              <a:t>2025-11-25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09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0E3F-3A7F-4A7D-B1F2-4F1B6F38A51F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7706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0E3F-3A7F-4A7D-B1F2-4F1B6F38A51F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1378859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0E3F-3A7F-4A7D-B1F2-4F1B6F38A51F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782546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0E3F-3A7F-4A7D-B1F2-4F1B6F38A51F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303081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0E3F-3A7F-4A7D-B1F2-4F1B6F38A51F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045500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5950-2797-4538-A47F-434599157B10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9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43239-0158-4753-8876-900143611579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11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A0E3F-3A7F-4A7D-B1F2-4F1B6F38A51F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시스템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23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/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CC2B-2F64-A84B-A5CB-B86AAE9D9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948805-A520-F2CC-5F3F-E14602204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152B8-5C35-4687-BBAB-EFDC64C084EC}" type="datetime1">
              <a:rPr lang="ko-KR" altLang="en-US" smtClean="0"/>
              <a:t>2025-11-25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4FE9FE-D78B-A766-098E-F19A3EA56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F810B6-B9D9-98E9-FB50-494FFF6A64B0}"/>
              </a:ext>
            </a:extLst>
          </p:cNvPr>
          <p:cNvSpPr txBox="1"/>
          <p:nvPr/>
        </p:nvSpPr>
        <p:spPr>
          <a:xfrm>
            <a:off x="0" y="721360"/>
            <a:ext cx="12192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 dirty="0" err="1"/>
              <a:t>클라우드프로그래밍</a:t>
            </a:r>
            <a:endParaRPr lang="en-US" altLang="ko-KR" sz="5400" b="1" dirty="0"/>
          </a:p>
          <a:p>
            <a:pPr algn="ctr"/>
            <a:r>
              <a:rPr lang="en-US" altLang="ko-KR" sz="4000" b="1" dirty="0"/>
              <a:t>[</a:t>
            </a:r>
            <a:r>
              <a:rPr lang="ko-KR" altLang="en-US" sz="4000" b="1" dirty="0"/>
              <a:t>실시간 협업 시스템 프로젝트</a:t>
            </a:r>
            <a:r>
              <a:rPr lang="en-US" altLang="ko-KR" sz="4000" b="1" dirty="0"/>
              <a:t> </a:t>
            </a:r>
            <a:r>
              <a:rPr lang="ko-KR" altLang="en-US" sz="4000" b="1" dirty="0"/>
              <a:t>분석서</a:t>
            </a:r>
            <a:r>
              <a:rPr lang="en-US" altLang="ko-KR" sz="4000" b="1" dirty="0"/>
              <a:t>]</a:t>
            </a:r>
          </a:p>
          <a:p>
            <a:pPr algn="ctr"/>
            <a:endParaRPr lang="en-US" altLang="ko-KR" sz="5400" b="1" dirty="0"/>
          </a:p>
          <a:p>
            <a:pPr algn="ctr"/>
            <a:r>
              <a:rPr lang="en-US" altLang="ko-KR" sz="3600" b="1" dirty="0"/>
              <a:t>2025. 11. 25</a:t>
            </a:r>
          </a:p>
          <a:p>
            <a:pPr algn="ctr"/>
            <a:endParaRPr lang="en-US" altLang="ko-KR" sz="3600" b="1" dirty="0"/>
          </a:p>
          <a:p>
            <a:pPr algn="ctr"/>
            <a:r>
              <a:rPr lang="ko-KR" altLang="en-US" sz="3600" b="1" dirty="0"/>
              <a:t>연성대학교 </a:t>
            </a:r>
            <a:r>
              <a:rPr lang="ko-KR" altLang="en-US" sz="3600" b="1" dirty="0" err="1"/>
              <a:t>컴퓨터소프트웨어과</a:t>
            </a:r>
            <a:endParaRPr lang="ko-KR" altLang="en-US" sz="36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6706C71-28CD-954F-9C42-FB1E8B1A9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63789"/>
              </p:ext>
            </p:extLst>
          </p:nvPr>
        </p:nvGraphicFramePr>
        <p:xfrm>
          <a:off x="0" y="5799666"/>
          <a:ext cx="12192001" cy="4724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354513">
                  <a:extLst>
                    <a:ext uri="{9D8B030D-6E8A-4147-A177-3AD203B41FA5}">
                      <a16:colId xmlns:a16="http://schemas.microsoft.com/office/drawing/2014/main" val="3373058566"/>
                    </a:ext>
                  </a:extLst>
                </a:gridCol>
                <a:gridCol w="3354513">
                  <a:extLst>
                    <a:ext uri="{9D8B030D-6E8A-4147-A177-3AD203B41FA5}">
                      <a16:colId xmlns:a16="http://schemas.microsoft.com/office/drawing/2014/main" val="3653912949"/>
                    </a:ext>
                  </a:extLst>
                </a:gridCol>
                <a:gridCol w="5482975">
                  <a:extLst>
                    <a:ext uri="{9D8B030D-6E8A-4147-A177-3AD203B41FA5}">
                      <a16:colId xmlns:a16="http://schemas.microsoft.com/office/drawing/2014/main" val="2199840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err="1"/>
                        <a:t>팀명</a:t>
                      </a:r>
                      <a:r>
                        <a:rPr lang="en-US" altLang="ko-KR" sz="2500" dirty="0"/>
                        <a:t>: </a:t>
                      </a:r>
                      <a:r>
                        <a:rPr lang="ko-KR" altLang="en-US" sz="2500" dirty="0"/>
                        <a:t>우주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/>
                        <a:t>팀장</a:t>
                      </a:r>
                      <a:r>
                        <a:rPr lang="en-US" altLang="ko-KR" sz="2500" dirty="0"/>
                        <a:t>: </a:t>
                      </a:r>
                      <a:r>
                        <a:rPr lang="ko-KR" altLang="en-US" sz="2500" dirty="0" err="1"/>
                        <a:t>정래흥</a:t>
                      </a:r>
                      <a:endParaRPr lang="ko-KR" altLang="en-US" sz="25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/>
                        <a:t>팀원</a:t>
                      </a:r>
                      <a:r>
                        <a:rPr lang="en-US" altLang="ko-KR" sz="2500" dirty="0"/>
                        <a:t>: </a:t>
                      </a:r>
                      <a:r>
                        <a:rPr lang="ko-KR" altLang="en-US" sz="2500" dirty="0" err="1"/>
                        <a:t>김건</a:t>
                      </a:r>
                      <a:r>
                        <a:rPr lang="en-US" altLang="ko-KR" sz="2500" dirty="0"/>
                        <a:t>, </a:t>
                      </a:r>
                      <a:r>
                        <a:rPr lang="ko-KR" altLang="en-US" sz="2500" dirty="0"/>
                        <a:t>김우진</a:t>
                      </a:r>
                      <a:r>
                        <a:rPr lang="en-US" altLang="ko-KR" sz="2500" dirty="0"/>
                        <a:t>, </a:t>
                      </a:r>
                      <a:r>
                        <a:rPr lang="ko-KR" altLang="en-US" sz="2500" dirty="0"/>
                        <a:t>김형준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9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45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8D28F-FC24-1009-2818-69D15D763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9901F6F8-389A-E01D-0DAF-28EC8C57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74664"/>
            <a:ext cx="10711102" cy="709900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핵심 기능 명세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505F77-B0F3-F2A4-CF7B-A55EC803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680D24C-3DE5-6FB7-BAB9-A8DCF8388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222685"/>
              </p:ext>
            </p:extLst>
          </p:nvPr>
        </p:nvGraphicFramePr>
        <p:xfrm>
          <a:off x="71919" y="1184564"/>
          <a:ext cx="12041311" cy="5523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9251">
                  <a:extLst>
                    <a:ext uri="{9D8B030D-6E8A-4147-A177-3AD203B41FA5}">
                      <a16:colId xmlns:a16="http://schemas.microsoft.com/office/drawing/2014/main" val="3711037046"/>
                    </a:ext>
                  </a:extLst>
                </a:gridCol>
                <a:gridCol w="4011030">
                  <a:extLst>
                    <a:ext uri="{9D8B030D-6E8A-4147-A177-3AD203B41FA5}">
                      <a16:colId xmlns:a16="http://schemas.microsoft.com/office/drawing/2014/main" val="3741002999"/>
                    </a:ext>
                  </a:extLst>
                </a:gridCol>
                <a:gridCol w="4011030">
                  <a:extLst>
                    <a:ext uri="{9D8B030D-6E8A-4147-A177-3AD203B41FA5}">
                      <a16:colId xmlns:a16="http://schemas.microsoft.com/office/drawing/2014/main" val="3515479709"/>
                    </a:ext>
                  </a:extLst>
                </a:gridCol>
              </a:tblGrid>
              <a:tr h="47144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200" b="1" dirty="0">
                          <a:solidFill>
                            <a:schemeClr val="tx1"/>
                          </a:solidFill>
                        </a:rPr>
                        <a:t>▶ 회원 관리 시스템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200" b="1" dirty="0">
                          <a:solidFill>
                            <a:schemeClr val="tx1"/>
                          </a:solidFill>
                        </a:rPr>
                        <a:t>▶할 일 동기화 시스템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200" b="1" dirty="0">
                          <a:solidFill>
                            <a:schemeClr val="tx1"/>
                          </a:solidFill>
                        </a:rPr>
                        <a:t>▶소통 시스템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25795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 * INPUT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사용자 입력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 * INPUT (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작업 정의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 * INPUT (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사용자 입력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51555470"/>
                  </a:ext>
                </a:extLst>
              </a:tr>
              <a:tr h="775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사용자명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이메일 역할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마감일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우선순위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팀 채팅 메시지 입력</a:t>
                      </a:r>
                      <a:endParaRPr lang="en-US" altLang="ko-KR" sz="17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업무 또는 프로젝트 단위 댓글 작성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01283614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 * PROCESS (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보안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및 검증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 * PROCESS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저장 및 전파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* PROCESS (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메시징 처리 및 전달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5775159"/>
                  </a:ext>
                </a:extLst>
              </a:tr>
              <a:tr h="5425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b="1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700" b="1" dirty="0">
                          <a:solidFill>
                            <a:schemeClr val="tx1"/>
                          </a:solidFill>
                        </a:rPr>
                        <a:t>중복 검사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700" dirty="0" err="1">
                          <a:solidFill>
                            <a:schemeClr val="tx1"/>
                          </a:solidFill>
                        </a:rPr>
                        <a:t>UserDAO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로 사용자명</a:t>
                      </a:r>
                      <a:endParaRPr lang="en-US" altLang="ko-KR" sz="17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존재 확인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700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700" b="1" dirty="0">
                          <a:solidFill>
                            <a:schemeClr val="tx1"/>
                          </a:solidFill>
                        </a:rPr>
                        <a:t>데이터 저장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: Tasks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테이블 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Insert</a:t>
                      </a: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&amp;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로그 기록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700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700" b="1" dirty="0" err="1">
                          <a:solidFill>
                            <a:schemeClr val="tx1"/>
                          </a:solidFill>
                        </a:rPr>
                        <a:t>브로드캐스팅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해당 프로젝트에</a:t>
                      </a:r>
                      <a:endParaRPr lang="en-US" altLang="ko-KR" sz="17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참여 중인 모든 클라이언트로</a:t>
                      </a:r>
                      <a:endParaRPr lang="en-US" altLang="ko-KR" sz="17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메시지를 실시간 전송 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68184501"/>
                  </a:ext>
                </a:extLst>
              </a:tr>
              <a:tr h="775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b="1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700" b="1" dirty="0">
                          <a:solidFill>
                            <a:schemeClr val="tx1"/>
                          </a:solidFill>
                        </a:rPr>
                        <a:t>보안 처리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: Salt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생성 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+ SHA-256</a:t>
                      </a: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암호화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700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700" b="1" dirty="0">
                          <a:solidFill>
                            <a:schemeClr val="tx1"/>
                          </a:solidFill>
                        </a:rPr>
                        <a:t>실시간 전파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서버가 모든 소켓</a:t>
                      </a:r>
                      <a:endParaRPr lang="en-US" altLang="ko-KR" sz="17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클라이언트에 패킷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700" dirty="0" err="1">
                          <a:solidFill>
                            <a:schemeClr val="tx1"/>
                          </a:solidFill>
                        </a:rPr>
                        <a:t>브로드캐스팅</a:t>
                      </a:r>
                      <a:endParaRPr lang="ko-KR" alt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700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700" b="1" dirty="0">
                          <a:solidFill>
                            <a:schemeClr val="tx1"/>
                          </a:solidFill>
                        </a:rPr>
                        <a:t>데이터 저장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채팅 로그와 댓글을</a:t>
                      </a:r>
                      <a:endParaRPr lang="en-US" altLang="ko-KR" sz="17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DB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에 저장하여 이후에도 조회 가능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85906068"/>
                  </a:ext>
                </a:extLst>
              </a:tr>
              <a:tr h="5425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700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700" b="1" dirty="0">
                          <a:solidFill>
                            <a:schemeClr val="tx1"/>
                          </a:solidFill>
                        </a:rPr>
                        <a:t>데이터 저장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암호문과 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Salt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를</a:t>
                      </a:r>
                      <a:endParaRPr lang="en-US" altLang="ko-KR" sz="17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분리 저장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284966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 * OUTPUT (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결과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* OUTPUT (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동기화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* OUTPUT (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결과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13265624"/>
                  </a:ext>
                </a:extLst>
              </a:tr>
              <a:tr h="5425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계정 생성 완료 및 시스템 접근</a:t>
                      </a:r>
                      <a:endParaRPr lang="en-US" altLang="ko-KR" sz="17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권한 부여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접속 중인 모든 팀원의 화면에</a:t>
                      </a:r>
                      <a:endParaRPr lang="en-US" altLang="ko-KR" sz="17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즉시 반영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팀 채팅창에 메시지가 즉시 반영</a:t>
                      </a:r>
                      <a:endParaRPr lang="en-US" altLang="ko-KR" sz="17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sz="17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700" dirty="0">
                          <a:solidFill>
                            <a:schemeClr val="tx1"/>
                          </a:solidFill>
                        </a:rPr>
                        <a:t> 프로젝트별 댓글 목록 갱신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60259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3421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0F935F-096B-E9AD-C6D6-3D3103B58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226" y="370610"/>
            <a:ext cx="7001548" cy="793172"/>
          </a:xfrm>
        </p:spPr>
        <p:txBody>
          <a:bodyPr/>
          <a:lstStyle/>
          <a:p>
            <a:pPr algn="ctr"/>
            <a:r>
              <a:rPr lang="ko-KR" altLang="en-US" b="1" dirty="0"/>
              <a:t>상세 설계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35DE18-B510-D850-0983-860E35F4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11E8F30-B2CF-4D7B-CD8C-BFF3B7DB8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7" y="1919807"/>
            <a:ext cx="3755339" cy="3018383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7FE9528F-2994-9D12-F713-A09320E0DF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02188" y="1443843"/>
            <a:ext cx="573746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구성 요소 ↔ DB 스키마 매핑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사용자명 (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txtUsername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식별 정보 입력 ➜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users.username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(조회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lang="en-US" altLang="ko-KR" dirty="0">
              <a:solidFill>
                <a:schemeClr val="tx1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비밀번호 (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txtPassword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보안 정보 입력 ➜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password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Hash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비교)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 흐름 (Data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UI에서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Arial" panose="020B0604020202020204" pitchFamily="34" charset="0"/>
              </a:rPr>
              <a:t>사용자명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비밀번호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입력 후 ＇로그인＇ 클릭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UserDAO.login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메서드 실행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DB에서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사용자명으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조회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➜ 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비밀번호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해싱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후 저장된 값과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비교 검증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270495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3043</TotalTime>
  <Words>346</Words>
  <Application>Microsoft Office PowerPoint</Application>
  <PresentationFormat>와이드스크린</PresentationFormat>
  <Paragraphs>66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Arial Unicode MS</vt:lpstr>
      <vt:lpstr>맑은 고딕</vt:lpstr>
      <vt:lpstr>Arial</vt:lpstr>
      <vt:lpstr>Trebuchet MS</vt:lpstr>
      <vt:lpstr>Wingdings 3</vt:lpstr>
      <vt:lpstr>패싯</vt:lpstr>
      <vt:lpstr>PowerPoint 프레젠테이션</vt:lpstr>
      <vt:lpstr>핵심 기능 명세</vt:lpstr>
      <vt:lpstr>상세 설계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래흥 정</cp:lastModifiedBy>
  <cp:revision>34</cp:revision>
  <dcterms:created xsi:type="dcterms:W3CDTF">2020-05-16T06:01:18Z</dcterms:created>
  <dcterms:modified xsi:type="dcterms:W3CDTF">2025-11-24T15:45:13Z</dcterms:modified>
</cp:coreProperties>
</file>